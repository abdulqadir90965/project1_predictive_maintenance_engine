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Maintenance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ML Project</a:t>
            </a:r>
          </a:p>
          <a:p>
            <a:r>
              <a:t>By Abdul</a:t>
            </a:r>
          </a:p>
          <a:p/>
          <a:p>
            <a:r>
              <a:t>Objective: Predict equipment failure using sensor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Unplanned machine failures cause high downtime</a:t>
            </a:r>
          </a:p>
          <a:p>
            <a:r>
              <a:t>• Need early warning system</a:t>
            </a:r>
          </a:p>
          <a:p>
            <a:r>
              <a:t>• Use IoT sensor data for 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Sensor readings over time</a:t>
            </a:r>
          </a:p>
          <a:p>
            <a:r>
              <a:t>• Vibration &amp; Temperature</a:t>
            </a:r>
          </a:p>
          <a:p>
            <a:r>
              <a:t>• Multiple machines (Sensor_ID)</a:t>
            </a:r>
          </a:p>
          <a:p>
            <a:r>
              <a:t>• Time-series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→ Feature Engineering → Model Training → API Deployment</a:t>
            </a:r>
          </a:p>
          <a:p>
            <a:r>
              <a:t>→ Real-time Predictions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Raw CSV ingestion</a:t>
            </a:r>
          </a:p>
          <a:p>
            <a:r>
              <a:t>• Missing value handling</a:t>
            </a:r>
          </a:p>
          <a:p>
            <a:r>
              <a:t>• Lag features</a:t>
            </a:r>
          </a:p>
          <a:p>
            <a:r>
              <a:t>• Rolling window statistics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Lag features (t-1, t-2)</a:t>
            </a:r>
          </a:p>
          <a:p>
            <a:r>
              <a:t>• Rolling means (1, 4, 8 windows)</a:t>
            </a:r>
          </a:p>
          <a:p>
            <a:r>
              <a:t>• Captures temporal behavior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Forest Classifier</a:t>
            </a:r>
          </a:p>
          <a:p>
            <a:r>
              <a:t>• Handles non-linear patterns</a:t>
            </a:r>
          </a:p>
          <a:p>
            <a:r>
              <a:t>• Robust to noise</a:t>
            </a:r>
          </a:p>
          <a:p>
            <a:r>
              <a:t>• Class imbalance handled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ROC-AUC</a:t>
            </a:r>
          </a:p>
          <a:p>
            <a:r>
              <a:t>• Precision / Recall</a:t>
            </a:r>
          </a:p>
          <a:p>
            <a:r>
              <a:t>• Focus on early failure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 (SHAP)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Feature-level explanations</a:t>
            </a:r>
          </a:p>
          <a:p>
            <a:r>
              <a:t>• Top risk factors returned</a:t>
            </a:r>
          </a:p>
          <a:p>
            <a:r>
              <a:t>• Improves trust &amp; transparency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Flask API</a:t>
            </a:r>
          </a:p>
          <a:p>
            <a:r>
              <a:t>• /health endpoint</a:t>
            </a:r>
          </a:p>
          <a:p>
            <a:r>
              <a:t>• /predict endpoint</a:t>
            </a:r>
          </a:p>
          <a:p>
            <a:r>
              <a:t>• JSON-based input/output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Prediction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Failure probability</a:t>
            </a:r>
          </a:p>
          <a:p>
            <a:r>
              <a:t>• Top contributing features</a:t>
            </a:r>
          </a:p>
          <a:p>
            <a:r>
              <a:t>• Ready for dashboards / alerts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data/raw</a:t>
            </a:r>
          </a:p>
          <a:p>
            <a:r>
              <a:t>data/processed</a:t>
            </a:r>
          </a:p>
          <a:p>
            <a:r>
              <a:t>notebook/</a:t>
            </a:r>
          </a:p>
          <a:p>
            <a:r>
              <a:t>model/</a:t>
            </a:r>
          </a:p>
          <a:p>
            <a:r>
              <a:t>api/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Reduced downtime</a:t>
            </a:r>
          </a:p>
          <a:p>
            <a:r>
              <a:t>• Predictive alerts</a:t>
            </a:r>
          </a:p>
          <a:p>
            <a:r>
              <a:t>• Scalable ML solution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End-to-end ML pipeline</a:t>
            </a:r>
          </a:p>
          <a:p>
            <a:r>
              <a:t>• Production-ready design</a:t>
            </a:r>
          </a:p>
          <a:p>
            <a:r>
              <a:t>• Interpretable predictions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